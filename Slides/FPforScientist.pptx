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34" r:id="rId67"/>
    <p:sldId id="435" r:id="rId68"/>
    <p:sldId id="485" r:id="rId69"/>
    <p:sldId id="486" r:id="rId70"/>
    <p:sldId id="487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10" d="100"/>
          <a:sy n="110" d="100"/>
        </p:scale>
        <p:origin x="3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many single precision FP number exists between 2.f and 3.f?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31507</TotalTime>
  <Words>6561</Words>
  <Application>Microsoft Macintosh PowerPoint</Application>
  <PresentationFormat>Widescreen</PresentationFormat>
  <Paragraphs>781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271</cp:revision>
  <dcterms:created xsi:type="dcterms:W3CDTF">2026-04-12T14:58:51Z</dcterms:created>
  <dcterms:modified xsi:type="dcterms:W3CDTF">2026-05-04T13:14:36Z</dcterms:modified>
</cp:coreProperties>
</file>