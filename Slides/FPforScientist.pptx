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5" r:id="rId61"/>
    <p:sldId id="483" r:id="rId62"/>
    <p:sldId id="393" r:id="rId63"/>
    <p:sldId id="485" r:id="rId64"/>
    <p:sldId id="487" r:id="rId65"/>
    <p:sldId id="486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</a:t>
            </a:r>
            <a:r>
              <a:rPr lang="en-US"/>
              <a:t>for low-precision tensor operations </a:t>
            </a:r>
            <a:r>
              <a:rPr lang="en-US" dirty="0"/>
              <a:t>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1233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28432</TotalTime>
  <Words>6106</Words>
  <Application>Microsoft Macintosh PowerPoint</Application>
  <PresentationFormat>Widescreen</PresentationFormat>
  <Paragraphs>717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7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“additional” material</vt:lpstr>
      <vt:lpstr>What precision is good enough?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249</cp:revision>
  <dcterms:created xsi:type="dcterms:W3CDTF">2026-04-12T14:58:51Z</dcterms:created>
  <dcterms:modified xsi:type="dcterms:W3CDTF">2026-05-02T09:59:03Z</dcterms:modified>
</cp:coreProperties>
</file>