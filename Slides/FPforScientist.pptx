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96" r:id="rId19"/>
    <p:sldId id="459" r:id="rId20"/>
    <p:sldId id="441" r:id="rId21"/>
    <p:sldId id="460" r:id="rId22"/>
    <p:sldId id="462" r:id="rId23"/>
    <p:sldId id="463" r:id="rId24"/>
    <p:sldId id="464" r:id="rId25"/>
    <p:sldId id="465" r:id="rId26"/>
    <p:sldId id="468" r:id="rId27"/>
    <p:sldId id="466" r:id="rId28"/>
    <p:sldId id="467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8" r:id="rId43"/>
    <p:sldId id="479" r:id="rId44"/>
    <p:sldId id="381" r:id="rId45"/>
    <p:sldId id="396" r:id="rId46"/>
    <p:sldId id="341" r:id="rId47"/>
    <p:sldId id="413" r:id="rId48"/>
    <p:sldId id="481" r:id="rId49"/>
    <p:sldId id="444" r:id="rId50"/>
    <p:sldId id="397" r:id="rId51"/>
    <p:sldId id="265" r:id="rId52"/>
    <p:sldId id="484" r:id="rId53"/>
    <p:sldId id="488" r:id="rId54"/>
    <p:sldId id="489" r:id="rId55"/>
    <p:sldId id="490" r:id="rId56"/>
    <p:sldId id="363" r:id="rId57"/>
    <p:sldId id="365" r:id="rId58"/>
    <p:sldId id="494" r:id="rId59"/>
    <p:sldId id="495" r:id="rId60"/>
    <p:sldId id="483" r:id="rId61"/>
    <p:sldId id="393" r:id="rId62"/>
    <p:sldId id="485" r:id="rId63"/>
    <p:sldId id="487" r:id="rId64"/>
    <p:sldId id="486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36"/>
    <p:restoredTop sz="96327"/>
  </p:normalViewPr>
  <p:slideViewPr>
    <p:cSldViewPr snapToGrid="0" snapToObjects="1">
      <p:cViewPr>
        <p:scale>
          <a:sx n="120" d="100"/>
          <a:sy n="120" d="100"/>
        </p:scale>
        <p:origin x="2584" y="2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endParaRPr lang="is-IS" altLang="x-none" sz="1900" dirty="0">
              <a:latin typeface="Lucida Console" charset="0"/>
            </a:endParaRPr>
          </a:p>
          <a:p>
            <a:pPr marL="0" indent="0">
              <a:buNone/>
            </a:pPr>
            <a:r>
              <a:rPr lang="en-US" sz="1900" dirty="0"/>
              <a:t> 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8F8AE-06A5-9494-AD4D-C3BDB9C41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F2893-3CD6-1FDD-4F51-AF1EC2F98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AAC871-4094-38B5-7D39-312DC96B610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np.float32(</a:t>
            </a:r>
            <a:r>
              <a:rPr lang="en-US" dirty="0" err="1"/>
              <a:t>math.acos</a:t>
            </a:r>
            <a:r>
              <a:rPr lang="en-US" dirty="0"/>
              <a:t>(-1))</a:t>
            </a:r>
          </a:p>
        </p:txBody>
      </p:sp>
    </p:spTree>
    <p:extLst>
      <p:ext uri="{BB962C8B-B14F-4D97-AF65-F5344CB8AC3E}">
        <p14:creationId xmlns:p14="http://schemas.microsoft.com/office/powerpoint/2010/main" val="15102151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20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50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51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float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55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57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1233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22849</TotalTime>
  <Words>5948</Words>
  <Application>Microsoft Macintosh PowerPoint</Application>
  <PresentationFormat>Widescreen</PresentationFormat>
  <Paragraphs>703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6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“additional” material</vt:lpstr>
      <vt:lpstr>What precision is good enough?</vt:lpstr>
      <vt:lpstr>Example: cut in pt, phi, eta</vt:lpstr>
      <vt:lpstr>Example: CMS tracker https://cms-tklayout.web.cern.ch/cmssw/OT806_IT742/info.html</vt:lpstr>
      <vt:lpstr>Example: CMS Electromagnetic Calorimiter</vt:lpstr>
      <vt:lpstr>Track resolution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231</cp:revision>
  <dcterms:created xsi:type="dcterms:W3CDTF">2026-04-12T14:58:51Z</dcterms:created>
  <dcterms:modified xsi:type="dcterms:W3CDTF">2026-04-28T12:56:07Z</dcterms:modified>
</cp:coreProperties>
</file>