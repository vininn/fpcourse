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34" r:id="rId67"/>
    <p:sldId id="435" r:id="rId68"/>
    <p:sldId id="485" r:id="rId69"/>
    <p:sldId id="486" r:id="rId70"/>
    <p:sldId id="487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37"/>
    <p:restoredTop sz="96327"/>
  </p:normalViewPr>
  <p:slideViewPr>
    <p:cSldViewPr snapToGrid="0" snapToObjects="1">
      <p:cViewPr>
        <p:scale>
          <a:sx n="110" d="100"/>
          <a:sy n="110" d="100"/>
        </p:scale>
        <p:origin x="3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many single precision FP number exists between 2.f and 3.f?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3071814" y="908051"/>
            <a:ext cx="5667375" cy="443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case </a:t>
            </a:r>
            <a:r>
              <a:rPr lang="en-US" altLang="x-none" sz="1800">
                <a:latin typeface="Lucida Calligraphy" charset="0"/>
              </a:rPr>
              <a:t>a=1, b=0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 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 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</a:t>
            </a:r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847850" y="5013325"/>
            <a:ext cx="8280400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31392</TotalTime>
  <Words>6536</Words>
  <Application>Microsoft Macintosh PowerPoint</Application>
  <PresentationFormat>Widescreen</PresentationFormat>
  <Paragraphs>781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265</cp:revision>
  <dcterms:created xsi:type="dcterms:W3CDTF">2026-04-12T14:58:51Z</dcterms:created>
  <dcterms:modified xsi:type="dcterms:W3CDTF">2026-05-04T11:19:24Z</dcterms:modified>
</cp:coreProperties>
</file>