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914" y="1690688"/>
            <a:ext cx="10053577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How many significand bits have a single precision FP number?</a:t>
            </a:r>
          </a:p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FP number: what’s the result of MAX + 0.1 - 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35881</TotalTime>
  <Words>6651</Words>
  <Application>Microsoft Macintosh PowerPoint</Application>
  <PresentationFormat>Widescreen</PresentationFormat>
  <Paragraphs>789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double: summary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285</cp:revision>
  <dcterms:created xsi:type="dcterms:W3CDTF">2026-04-12T14:58:51Z</dcterms:created>
  <dcterms:modified xsi:type="dcterms:W3CDTF">2026-05-07T14:08:05Z</dcterms:modified>
</cp:coreProperties>
</file>