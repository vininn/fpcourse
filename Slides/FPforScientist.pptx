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82" r:id="rId28"/>
    <p:sldId id="276" r:id="rId29"/>
    <p:sldId id="470" r:id="rId30"/>
    <p:sldId id="480" r:id="rId31"/>
    <p:sldId id="471" r:id="rId32"/>
    <p:sldId id="474" r:id="rId33"/>
    <p:sldId id="473" r:id="rId34"/>
    <p:sldId id="475" r:id="rId35"/>
    <p:sldId id="472" r:id="rId36"/>
    <p:sldId id="476" r:id="rId37"/>
    <p:sldId id="477" r:id="rId38"/>
    <p:sldId id="478" r:id="rId39"/>
    <p:sldId id="479" r:id="rId40"/>
    <p:sldId id="381" r:id="rId41"/>
    <p:sldId id="396" r:id="rId42"/>
    <p:sldId id="341" r:id="rId43"/>
    <p:sldId id="413" r:id="rId44"/>
    <p:sldId id="481" r:id="rId45"/>
    <p:sldId id="444" r:id="rId46"/>
    <p:sldId id="397" r:id="rId47"/>
    <p:sldId id="265" r:id="rId48"/>
    <p:sldId id="483" r:id="rId49"/>
    <p:sldId id="485" r:id="rId50"/>
    <p:sldId id="486" r:id="rId51"/>
    <p:sldId id="487" r:id="rId52"/>
    <p:sldId id="484" r:id="rId53"/>
    <p:sldId id="365" r:id="rId54"/>
    <p:sldId id="393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20" d="100"/>
          <a:sy n="120" d="100"/>
        </p:scale>
        <p:origin x="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41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23380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46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Anedocts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53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Exercise: edit </a:t>
            </a:r>
            <a:r>
              <a:rPr lang="en-US" altLang="en-US" sz="1800" dirty="0" err="1"/>
              <a:t>OptimizeIt.cc</a:t>
            </a:r>
            <a:r>
              <a:rPr lang="en-US" altLang="en-US" sz="1800" dirty="0"/>
              <a:t> to make it “optimal”</a:t>
            </a:r>
          </a:p>
          <a:p>
            <a:pPr eaLnBrk="1" hangingPunct="1"/>
            <a:r>
              <a:rPr lang="en-US" altLang="en-US" sz="1800" dirty="0"/>
              <a:t>check the generated assembly, modify </a:t>
            </a:r>
            <a:r>
              <a:rPr lang="en-US" altLang="en-US" sz="1800" dirty="0" err="1"/>
              <a:t>Benchmark.cpp</a:t>
            </a:r>
            <a:r>
              <a:rPr lang="en-US" altLang="en-US" sz="1800" dirty="0"/>
              <a:t> to verify speed gain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54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20209</TotalTime>
  <Words>5433</Words>
  <Application>Microsoft Macintosh PowerPoint</Application>
  <PresentationFormat>Widescreen</PresentationFormat>
  <Paragraphs>631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5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Elementary functions throughput (in cycles) (origin https://core-math.gitlabpages.inria.fr/)</vt:lpstr>
      <vt:lpstr>Precision vs Speed in “libm”</vt:lpstr>
      <vt:lpstr>Example: multiple scattering formula</vt:lpstr>
      <vt:lpstr>Cash-Karp Runge-Kutta Step</vt:lpstr>
      <vt:lpstr>What precision is good enough?</vt:lpstr>
      <vt:lpstr>Example: CMS tracker https://cms-tklayout.web.cern.ch/cmssw/OT806_IT742/info.html</vt:lpstr>
      <vt:lpstr>Track resolution </vt:lpstr>
      <vt:lpstr>Example: CMS Electromagnetic Calorimiter</vt:lpstr>
      <vt:lpstr>Anedocts</vt:lpstr>
      <vt:lpstr>Formula Translation:  what was the author’s intention?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196</cp:revision>
  <dcterms:created xsi:type="dcterms:W3CDTF">2026-04-12T14:58:51Z</dcterms:created>
  <dcterms:modified xsi:type="dcterms:W3CDTF">2026-04-26T16:55:51Z</dcterms:modified>
</cp:coreProperties>
</file>