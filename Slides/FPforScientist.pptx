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365" r:id="rId49"/>
    <p:sldId id="393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37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8229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1"/>
            <a:r>
              <a:rPr lang="en-US" altLang="x-none" dirty="0"/>
              <a:t>Can be evaluated using a higher </a:t>
            </a:r>
            <a:r>
              <a:rPr lang="en-US" altLang="en-US" dirty="0"/>
              <a:t>“</a:t>
            </a:r>
            <a:r>
              <a:rPr lang="en-US" altLang="x-none" dirty="0"/>
              <a:t>precision</a:t>
            </a:r>
            <a:r>
              <a:rPr lang="en-US" altLang="en-US" dirty="0"/>
              <a:t>”</a:t>
            </a:r>
            <a:endParaRPr lang="en-US" altLang="x-none" dirty="0"/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different algorithms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64147"/>
              </p:ext>
            </p:extLst>
          </p:nvPr>
        </p:nvGraphicFramePr>
        <p:xfrm>
          <a:off x="1574638" y="1462429"/>
          <a:ext cx="8208911" cy="4904084"/>
        </p:xfrm>
        <a:graphic>
          <a:graphicData uri="http://schemas.openxmlformats.org/drawingml/2006/table">
            <a:tbl>
              <a:tblPr/>
              <a:tblGrid>
                <a:gridCol w="1197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7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734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sse 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sse 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avx 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avx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d 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(FMA 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s&amp;d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)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                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&lt;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d=f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                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10-14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10-22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21-29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21-45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97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1,4,….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1,4,…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477036" y="5780450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48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49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797051" y="1196975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x*x+y*y;}</a:t>
            </a:r>
          </a:p>
          <a:p>
            <a:pPr eaLnBrk="1" hangingPunct="1"/>
            <a:r>
              <a:rPr lang="en-US" altLang="x-none" sz="1800"/>
              <a:t>inline float pt(float x, float y) {return std::sqrt(pt2(x,y));}</a:t>
            </a:r>
          </a:p>
          <a:p>
            <a:pPr eaLnBrk="1" hangingPunct="1"/>
            <a:r>
              <a:rPr lang="en-US" altLang="x-none" sz="1800"/>
              <a:t>inline float phi(float x, float y) {return std::atan2(y,x);}</a:t>
            </a:r>
          </a:p>
          <a:p>
            <a:pPr eaLnBrk="1" hangingPunct="1"/>
            <a:r>
              <a:rPr lang="en-US" altLang="x-none" sz="1800"/>
              <a:t>inline eta(float x, float y, float z) { float t(z/pt(x,y)); return ::asinhf(t);}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dphi(float p1,float p2) {</a:t>
            </a:r>
          </a:p>
          <a:p>
            <a:pPr eaLnBrk="1" hangingPunct="1"/>
            <a:r>
              <a:rPr lang="en-US" altLang="x-none" sz="1800"/>
              <a:t>    auto dp=std::abs(p1-p2); if (dp&gt;float(M_PI)) dp-=float(2*M_PI);</a:t>
            </a:r>
          </a:p>
          <a:p>
            <a:pPr eaLnBrk="1" hangingPunct="1"/>
            <a:r>
              <a:rPr lang="en-US" altLang="x-none" sz="1800"/>
              <a:t>    return std::abs(dp);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992314" y="3933826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15583</TotalTime>
  <Words>5217</Words>
  <Application>Microsoft Macintosh PowerPoint</Application>
  <PresentationFormat>Widescreen</PresentationFormat>
  <Paragraphs>574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0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Formula Translation:  what was the author’s intention?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157</cp:revision>
  <dcterms:created xsi:type="dcterms:W3CDTF">2026-04-12T14:58:51Z</dcterms:created>
  <dcterms:modified xsi:type="dcterms:W3CDTF">2026-04-23T11:50:27Z</dcterms:modified>
</cp:coreProperties>
</file>