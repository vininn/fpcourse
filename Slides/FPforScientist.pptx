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70" r:id="rId28"/>
    <p:sldId id="471" r:id="rId29"/>
    <p:sldId id="472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lvl="1"/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they are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to be implemented</a:t>
            </a:r>
          </a:p>
          <a:p>
            <a:pPr lvl="1"/>
            <a:r>
              <a:rPr lang="en-US" dirty="0"/>
              <a:t>exp, log, power, 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 and compiler provider has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r>
              <a:rPr lang="en-US" dirty="0"/>
              <a:t>Handling special values</a:t>
            </a:r>
          </a:p>
          <a:p>
            <a:r>
              <a:rPr lang="en-US" dirty="0"/>
              <a:t>Range Reduction</a:t>
            </a:r>
          </a:p>
          <a:p>
            <a:r>
              <a:rPr lang="en-US" dirty="0"/>
              <a:t>Approximation</a:t>
            </a:r>
          </a:p>
          <a:p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027906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</a:t>
            </a:r>
            <a:r>
              <a:rPr lang="en-US"/>
              <a:t>very expensive</a:t>
            </a:r>
            <a:endParaRPr lang="en-US" dirty="0"/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11311</TotalTime>
  <Words>3210</Words>
  <Application>Microsoft Macintosh PowerPoint</Application>
  <PresentationFormat>Widescreen</PresentationFormat>
  <Paragraphs>324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9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Elementary functions</vt:lpstr>
      <vt:lpstr>Evaluating a function</vt:lpstr>
      <vt:lpstr>Table Maker’s Dilemma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110</cp:revision>
  <dcterms:created xsi:type="dcterms:W3CDTF">2026-04-12T14:58:51Z</dcterms:created>
  <dcterms:modified xsi:type="dcterms:W3CDTF">2026-04-20T12:38:25Z</dcterms:modified>
</cp:coreProperties>
</file>