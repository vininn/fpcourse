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469" r:id="rId29"/>
    <p:sldId id="482" r:id="rId30"/>
    <p:sldId id="276" r:id="rId31"/>
    <p:sldId id="493" r:id="rId32"/>
    <p:sldId id="470" r:id="rId33"/>
    <p:sldId id="480" r:id="rId34"/>
    <p:sldId id="471" r:id="rId35"/>
    <p:sldId id="474" r:id="rId36"/>
    <p:sldId id="473" r:id="rId37"/>
    <p:sldId id="475" r:id="rId38"/>
    <p:sldId id="472" r:id="rId39"/>
    <p:sldId id="476" r:id="rId40"/>
    <p:sldId id="477" r:id="rId41"/>
    <p:sldId id="478" r:id="rId42"/>
    <p:sldId id="479" r:id="rId43"/>
    <p:sldId id="381" r:id="rId44"/>
    <p:sldId id="396" r:id="rId45"/>
    <p:sldId id="341" r:id="rId46"/>
    <p:sldId id="413" r:id="rId47"/>
    <p:sldId id="421" r:id="rId48"/>
    <p:sldId id="481" r:id="rId49"/>
    <p:sldId id="496" r:id="rId50"/>
    <p:sldId id="444" r:id="rId51"/>
    <p:sldId id="397" r:id="rId52"/>
    <p:sldId id="265" r:id="rId53"/>
    <p:sldId id="484" r:id="rId54"/>
    <p:sldId id="488" r:id="rId55"/>
    <p:sldId id="489" r:id="rId56"/>
    <p:sldId id="490" r:id="rId57"/>
    <p:sldId id="363" r:id="rId58"/>
    <p:sldId id="365" r:id="rId59"/>
    <p:sldId id="494" r:id="rId60"/>
    <p:sldId id="498" r:id="rId61"/>
    <p:sldId id="497" r:id="rId62"/>
    <p:sldId id="499" r:id="rId63"/>
    <p:sldId id="495" r:id="rId64"/>
    <p:sldId id="483" r:id="rId65"/>
    <p:sldId id="393" r:id="rId66"/>
    <p:sldId id="485" r:id="rId67"/>
    <p:sldId id="487" r:id="rId68"/>
    <p:sldId id="486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37"/>
    <p:restoredTop sz="96327"/>
  </p:normalViewPr>
  <p:slideViewPr>
    <p:cSldViewPr snapToGrid="0" snapToObjects="1">
      <p:cViewPr>
        <p:scale>
          <a:sx n="110" d="100"/>
          <a:sy n="110" d="100"/>
        </p:scale>
        <p:origin x="384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1900" dirty="0"/>
              <a:t>(printed in binary is a 1 followed by a string of 23bits</a:t>
            </a:r>
            <a:r>
              <a:rPr lang="en-US" sz="1900" baseline="30000" dirty="0"/>
              <a:t>, </a:t>
            </a:r>
            <a:r>
              <a:rPr lang="cs-CZ" altLang="x-none" sz="1900" dirty="0">
                <a:latin typeface="Lucida Console" charset="0"/>
              </a:rPr>
              <a:t>1.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1900" dirty="0">
                <a:latin typeface="Lucida Console" charset="0"/>
              </a:rPr>
              <a:t>0010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1900" dirty="0">
                <a:latin typeface="Lucida Console" charset="0"/>
              </a:rPr>
              <a:t>1111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1900" dirty="0">
                <a:latin typeface="Lucida Console" charset="0"/>
              </a:rPr>
              <a:t>011</a:t>
            </a:r>
            <a:r>
              <a:rPr lang="is-IS" altLang="x-none" sz="1900" dirty="0">
                <a:latin typeface="Lucida Console" charset="0"/>
              </a:rPr>
              <a:t> </a:t>
            </a:r>
            <a:r>
              <a:rPr lang="en-US" sz="19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33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43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904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50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51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4/23/26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52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56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57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58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</a:t>
            </a:r>
            <a:r>
              <a:rPr lang="en-US">
                <a:hlinkClick r:id="rId2"/>
              </a:rPr>
              <a:t>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513108"/>
            <a:ext cx="10937111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many single precision FP number exists between 2.f and 3.f?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65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30295</TotalTime>
  <Words>6306</Words>
  <Application>Microsoft Macintosh PowerPoint</Application>
  <PresentationFormat>Widescreen</PresentationFormat>
  <Paragraphs>735</Paragraphs>
  <Slides>68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80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throughput (in cycles) (origin https://core-math.gitlabpages.inria.fr/)</vt:lpstr>
      <vt:lpstr>Float vs double</vt:lpstr>
      <vt:lpstr>Precision vs Speed in “libm”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CMS tracker https://cms-tklayout.web.cern.ch/cmssw/OT806_IT742/info.html</vt:lpstr>
      <vt:lpstr>Example: CMS Electromagnetic Calorimiter</vt:lpstr>
      <vt:lpstr>Track resolution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264</cp:revision>
  <dcterms:created xsi:type="dcterms:W3CDTF">2026-04-12T14:58:51Z</dcterms:created>
  <dcterms:modified xsi:type="dcterms:W3CDTF">2026-05-03T17:02:14Z</dcterms:modified>
</cp:coreProperties>
</file>