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18"/>
    <p:restoredTop sz="96327"/>
  </p:normalViewPr>
  <p:slideViewPr>
    <p:cSldViewPr snapToGrid="0" snapToObjects="1">
      <p:cViewPr varScale="1">
        <p:scale>
          <a:sx n="136" d="100"/>
          <a:sy n="136" d="100"/>
        </p:scale>
        <p:origin x="-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6778d4GW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dbolt.org/z/h6bEa8GY1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:</a:t>
            </a:r>
            <a:r>
              <a:rPr lang="en-US" sz="2200" baseline="30000" dirty="0"/>
              <a:t> </a:t>
            </a:r>
            <a:r>
              <a:rPr lang="en-US" sz="2200" dirty="0"/>
              <a:t>in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186309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https://godbolt.org/z/96778d4GW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2C436-3B48-9416-3CF4-B6A30F15431F}"/>
              </a:ext>
            </a:extLst>
          </p:cNvPr>
          <p:cNvSpPr txBox="1"/>
          <p:nvPr/>
        </p:nvSpPr>
        <p:spPr>
          <a:xfrm>
            <a:off x="6266627" y="3169724"/>
            <a:ext cx="334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https://godbolt.org/z/h6bEa8GY1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88737</TotalTime>
  <Words>7315</Words>
  <Application>Microsoft Macintosh PowerPoint</Application>
  <PresentationFormat>Widescreen</PresentationFormat>
  <Paragraphs>983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353</cp:revision>
  <dcterms:created xsi:type="dcterms:W3CDTF">2026-04-12T14:58:51Z</dcterms:created>
  <dcterms:modified xsi:type="dcterms:W3CDTF">2026-06-21T15:18:13Z</dcterms:modified>
</cp:coreProperties>
</file>