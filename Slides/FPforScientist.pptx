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469" r:id="rId29"/>
    <p:sldId id="482" r:id="rId30"/>
    <p:sldId id="276" r:id="rId31"/>
    <p:sldId id="493" r:id="rId32"/>
    <p:sldId id="470" r:id="rId33"/>
    <p:sldId id="480" r:id="rId34"/>
    <p:sldId id="471" r:id="rId35"/>
    <p:sldId id="474" r:id="rId36"/>
    <p:sldId id="473" r:id="rId37"/>
    <p:sldId id="475" r:id="rId38"/>
    <p:sldId id="472" r:id="rId39"/>
    <p:sldId id="476" r:id="rId40"/>
    <p:sldId id="477" r:id="rId41"/>
    <p:sldId id="478" r:id="rId42"/>
    <p:sldId id="479" r:id="rId43"/>
    <p:sldId id="381" r:id="rId44"/>
    <p:sldId id="396" r:id="rId45"/>
    <p:sldId id="341" r:id="rId46"/>
    <p:sldId id="413" r:id="rId47"/>
    <p:sldId id="421" r:id="rId48"/>
    <p:sldId id="481" r:id="rId49"/>
    <p:sldId id="496" r:id="rId50"/>
    <p:sldId id="444" r:id="rId51"/>
    <p:sldId id="397" r:id="rId52"/>
    <p:sldId id="265" r:id="rId53"/>
    <p:sldId id="484" r:id="rId54"/>
    <p:sldId id="488" r:id="rId55"/>
    <p:sldId id="489" r:id="rId56"/>
    <p:sldId id="490" r:id="rId57"/>
    <p:sldId id="363" r:id="rId58"/>
    <p:sldId id="365" r:id="rId59"/>
    <p:sldId id="494" r:id="rId60"/>
    <p:sldId id="498" r:id="rId61"/>
    <p:sldId id="497" r:id="rId62"/>
    <p:sldId id="499" r:id="rId63"/>
    <p:sldId id="495" r:id="rId64"/>
    <p:sldId id="483" r:id="rId65"/>
    <p:sldId id="393" r:id="rId66"/>
    <p:sldId id="434" r:id="rId67"/>
    <p:sldId id="435" r:id="rId68"/>
    <p:sldId id="485" r:id="rId69"/>
    <p:sldId id="486" r:id="rId70"/>
    <p:sldId id="487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24"/>
    <p:restoredTop sz="96327"/>
  </p:normalViewPr>
  <p:slideViewPr>
    <p:cSldViewPr snapToGrid="0" snapToObjects="1">
      <p:cViewPr>
        <p:scale>
          <a:sx n="110" d="100"/>
          <a:sy n="110" d="100"/>
        </p:scale>
        <p:origin x="4160" y="2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1900" dirty="0"/>
              <a:t>(printed in binary is a 1 followed by a string of 23bits</a:t>
            </a:r>
            <a:r>
              <a:rPr lang="en-US" sz="1900" baseline="30000" dirty="0"/>
              <a:t>, </a:t>
            </a:r>
            <a:r>
              <a:rPr lang="cs-CZ" altLang="x-none" sz="1900" dirty="0">
                <a:latin typeface="Lucida Console" charset="0"/>
              </a:rPr>
              <a:t>1.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1900" dirty="0">
                <a:latin typeface="Lucida Console" charset="0"/>
              </a:rPr>
              <a:t>0010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1900" dirty="0">
                <a:latin typeface="Lucida Console" charset="0"/>
              </a:rPr>
              <a:t>1111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1900" dirty="0">
                <a:latin typeface="Lucida Console" charset="0"/>
              </a:rPr>
              <a:t>011</a:t>
            </a:r>
            <a:r>
              <a:rPr lang="is-IS" altLang="x-none" sz="1900" dirty="0">
                <a:latin typeface="Lucida Console" charset="0"/>
              </a:rPr>
              <a:t> </a:t>
            </a:r>
            <a:r>
              <a:rPr lang="en-US" sz="19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515600" cy="288766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 </a:t>
            </a:r>
          </a:p>
          <a:p>
            <a:pPr lvl="1"/>
            <a:r>
              <a:rPr lang="en-US" sz="2100" dirty="0"/>
              <a:t>(credit Tim Mattson)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43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904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50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51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52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56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57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58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086" y="1900917"/>
            <a:ext cx="10053577" cy="4351338"/>
          </a:xfrm>
        </p:spPr>
        <p:txBody>
          <a:bodyPr/>
          <a:lstStyle/>
          <a:p>
            <a:r>
              <a:rPr lang="en-US" dirty="0"/>
              <a:t>How many single precision binary FP number exists between 2.f and 3.f?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65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66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34182</TotalTime>
  <Words>6585</Words>
  <Application>Microsoft Macintosh PowerPoint</Application>
  <PresentationFormat>Widescreen</PresentationFormat>
  <Paragraphs>784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3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throughput (in cycles) (origin https://core-math.gitlabpages.inria.fr/)</vt:lpstr>
      <vt:lpstr>float vs double: summary</vt:lpstr>
      <vt:lpstr>Precision vs Speed in “libm”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277</cp:revision>
  <dcterms:created xsi:type="dcterms:W3CDTF">2026-04-12T14:58:51Z</dcterms:created>
  <dcterms:modified xsi:type="dcterms:W3CDTF">2026-05-06T09:49:41Z</dcterms:modified>
</cp:coreProperties>
</file>