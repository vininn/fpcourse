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1" d="100"/>
          <a:sy n="121" d="100"/>
        </p:scale>
        <p:origin x="1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16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Corbel</vt:lpstr>
      <vt:lpstr>Office Theme</vt:lpstr>
      <vt:lpstr>FloatingPoint Arithmetic for Scientist: Precision, Accuracy, Efficiency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</cp:revision>
  <dcterms:created xsi:type="dcterms:W3CDTF">2026-04-12T14:58:51Z</dcterms:created>
  <dcterms:modified xsi:type="dcterms:W3CDTF">2026-04-12T15:01:35Z</dcterms:modified>
</cp:coreProperties>
</file>