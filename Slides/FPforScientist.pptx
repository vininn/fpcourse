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  <p:sldId id="471" r:id="rId29"/>
    <p:sldId id="474" r:id="rId30"/>
    <p:sldId id="473" r:id="rId31"/>
    <p:sldId id="475" r:id="rId32"/>
    <p:sldId id="472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6"/>
    <p:restoredTop sz="96327"/>
  </p:normalViewPr>
  <p:slideViewPr>
    <p:cSldViewPr snapToGrid="0" snapToObjects="1">
      <p:cViewPr varScale="1">
        <p:scale>
          <a:sx n="208" d="100"/>
          <a:sy n="208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/>
              <a:t>For log(x):  </a:t>
            </a:r>
            <a:r>
              <a:rPr lang="en-US" dirty="0"/>
              <a:t>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12744</TotalTime>
  <Words>3645</Words>
  <Application>Microsoft Macintosh PowerPoint</Application>
  <PresentationFormat>Widescreen</PresentationFormat>
  <Paragraphs>362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139</cp:revision>
  <dcterms:created xsi:type="dcterms:W3CDTF">2026-04-12T14:58:51Z</dcterms:created>
  <dcterms:modified xsi:type="dcterms:W3CDTF">2026-04-21T12:31:38Z</dcterms:modified>
</cp:coreProperties>
</file>