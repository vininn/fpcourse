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70" r:id="rId28"/>
    <p:sldId id="480" r:id="rId29"/>
    <p:sldId id="471" r:id="rId30"/>
    <p:sldId id="474" r:id="rId31"/>
    <p:sldId id="473" r:id="rId32"/>
    <p:sldId id="475" r:id="rId33"/>
    <p:sldId id="472" r:id="rId34"/>
    <p:sldId id="476" r:id="rId35"/>
    <p:sldId id="477" r:id="rId36"/>
    <p:sldId id="478" r:id="rId37"/>
    <p:sldId id="479" r:id="rId38"/>
    <p:sldId id="381" r:id="rId39"/>
    <p:sldId id="396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697"/>
    <p:restoredTop sz="96327"/>
  </p:normalViewPr>
  <p:slideViewPr>
    <p:cSldViewPr snapToGrid="0" snapToObjects="1">
      <p:cViewPr varScale="1">
        <p:scale>
          <a:sx n="208" d="100"/>
          <a:sy n="208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28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38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8229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1"/>
            <a:r>
              <a:rPr lang="en-US" altLang="x-none" dirty="0"/>
              <a:t>Can be evaluated using a higher </a:t>
            </a:r>
            <a:r>
              <a:rPr lang="en-US" altLang="en-US" dirty="0"/>
              <a:t>“</a:t>
            </a:r>
            <a:r>
              <a:rPr lang="en-US" altLang="x-none" dirty="0"/>
              <a:t>precision</a:t>
            </a:r>
            <a:r>
              <a:rPr lang="en-US" altLang="en-US" dirty="0"/>
              <a:t>”</a:t>
            </a:r>
            <a:endParaRPr lang="en-US" altLang="x-none" dirty="0"/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different algorithms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39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14003</TotalTime>
  <Words>4094</Words>
  <Application>Microsoft Macintosh PowerPoint</Application>
  <PresentationFormat>Widescreen</PresentationFormat>
  <Paragraphs>415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50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147</cp:revision>
  <dcterms:created xsi:type="dcterms:W3CDTF">2026-04-12T14:58:51Z</dcterms:created>
  <dcterms:modified xsi:type="dcterms:W3CDTF">2026-04-22T09:30:39Z</dcterms:modified>
</cp:coreProperties>
</file>