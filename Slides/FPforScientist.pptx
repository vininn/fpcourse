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81" r:id="rId48"/>
    <p:sldId id="444" r:id="rId49"/>
    <p:sldId id="397" r:id="rId50"/>
    <p:sldId id="265" r:id="rId51"/>
    <p:sldId id="483" r:id="rId52"/>
    <p:sldId id="484" r:id="rId53"/>
    <p:sldId id="488" r:id="rId54"/>
    <p:sldId id="489" r:id="rId55"/>
    <p:sldId id="490" r:id="rId56"/>
    <p:sldId id="363" r:id="rId57"/>
    <p:sldId id="365" r:id="rId58"/>
    <p:sldId id="393" r:id="rId59"/>
    <p:sldId id="485" r:id="rId60"/>
    <p:sldId id="487" r:id="rId61"/>
    <p:sldId id="486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</a:t>
            </a:r>
            <a:r>
              <a:rPr lang="en-US">
                <a:ea typeface="ＭＳ Ｐゴシック" charset="0"/>
                <a:cs typeface="ＭＳ Ｐゴシック" charset="0"/>
              </a:rPr>
              <a:t>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peed</a:t>
            </a:r>
            <a:endParaRPr lang="en-US" dirty="0">
              <a:solidFill>
                <a:srgbClr val="00B050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49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50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float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55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57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58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21597</TotalTime>
  <Words>5871</Words>
  <Application>Microsoft Macintosh PowerPoint</Application>
  <PresentationFormat>Widescreen</PresentationFormat>
  <Paragraphs>694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What precision is good enough?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Example: cut in pt, phi, eta</vt:lpstr>
      <vt:lpstr>Example: CMS tracker https://cms-tklayout.web.cern.ch/cmssw/OT806_IT742/info.html</vt:lpstr>
      <vt:lpstr>Example: CMS Electromagnetic Calorimiter</vt:lpstr>
      <vt:lpstr>Track resolution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216</cp:revision>
  <dcterms:created xsi:type="dcterms:W3CDTF">2026-04-12T14:58:51Z</dcterms:created>
  <dcterms:modified xsi:type="dcterms:W3CDTF">2026-04-27T16:04:07Z</dcterms:modified>
</cp:coreProperties>
</file>