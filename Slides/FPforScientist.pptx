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55" r:id="rId8"/>
    <p:sldId id="439" r:id="rId9"/>
    <p:sldId id="394" r:id="rId10"/>
    <p:sldId id="262" r:id="rId11"/>
    <p:sldId id="456" r:id="rId12"/>
    <p:sldId id="457" r:id="rId13"/>
    <p:sldId id="458" r:id="rId14"/>
    <p:sldId id="4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Le’ts</a:t>
            </a:r>
            <a:r>
              <a:rPr lang="en-US" dirty="0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1.921fb8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1.921fb4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1.921fb7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  <a:p>
              <a:pPr eaLnBrk="1" hangingPunct="1"/>
              <a:endParaRPr lang="en-US" altLang="x-none" sz="1800" dirty="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 dirty="0">
                  <a:solidFill>
                    <a:srgbClr val="0070C0"/>
                  </a:solidFill>
                </a:rPr>
                <a:t>1.921fb6</a:t>
              </a:r>
              <a:r>
                <a:rPr lang="en-US" sz="1800" b="1" dirty="0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 dirty="0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 dirty="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 dirty="0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 dirty="0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 dirty="0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 dirty="0"/>
              <a:t>FP are well suited to perform arithmetic on a computer</a:t>
            </a:r>
          </a:p>
          <a:p>
            <a:pPr lvl="1"/>
            <a:r>
              <a:rPr lang="en-US" dirty="0"/>
              <a:t>Since 1985 FP representations and operations are standardized in IEEE754  (</a:t>
            </a:r>
            <a:r>
              <a:rPr lang="en-US" dirty="0">
                <a:hlinkClick r:id="rId2"/>
              </a:rPr>
              <a:t>https://en.wikipedia.org/wiki/IEEE_754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91" y="135356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 dirty="0"/>
              <a:t>Everything you want to know about an arithmetic type is in </a:t>
            </a:r>
          </a:p>
          <a:p>
            <a:pPr lvl="1"/>
            <a:r>
              <a:rPr lang="en-US" altLang="x-none" dirty="0" err="1"/>
              <a:t>std</a:t>
            </a:r>
            <a:r>
              <a:rPr lang="en-US" altLang="x-none" dirty="0"/>
              <a:t>::</a:t>
            </a:r>
            <a:r>
              <a:rPr lang="en-US" altLang="x-none" dirty="0" err="1"/>
              <a:t>numeric_limits</a:t>
            </a:r>
            <a:r>
              <a:rPr lang="en-US" altLang="x-none" dirty="0"/>
              <a:t>&lt;T&gt;  </a:t>
            </a:r>
          </a:p>
          <a:p>
            <a:pPr lvl="1"/>
            <a:r>
              <a:rPr lang="en-US" altLang="x-none" dirty="0"/>
              <a:t>see </a:t>
            </a:r>
            <a:r>
              <a:rPr lang="en-US" altLang="x-none" sz="2000" dirty="0"/>
              <a:t>http://</a:t>
            </a:r>
            <a:r>
              <a:rPr lang="en-US" altLang="x-none" sz="2000" dirty="0" err="1"/>
              <a:t>www.cplusplus.com</a:t>
            </a:r>
            <a:r>
              <a:rPr lang="en-US" altLang="x-none" sz="2000" dirty="0"/>
              <a:t>/reference/limits/</a:t>
            </a:r>
            <a:r>
              <a:rPr lang="en-US" altLang="x-none" sz="2000" dirty="0" err="1"/>
              <a:t>numeric_limits</a:t>
            </a:r>
            <a:r>
              <a:rPr lang="en-US" altLang="x-none" sz="2000" dirty="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</a:t>
            </a:r>
            <a:r>
              <a:rPr lang="en-US" altLang="x-none" sz="1600" dirty="0" err="1"/>
              <a:t>iostream</a:t>
            </a:r>
            <a:r>
              <a:rPr lang="en-US" altLang="x-none" sz="1600" dirty="0"/>
              <a:t>&gt;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"Minimum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"Maximum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Fixed width floating-point types (since C++23)</a:t>
            </a:r>
            <a:br>
              <a:rPr lang="en-US" dirty="0"/>
            </a:br>
            <a:r>
              <a:rPr lang="en-US" sz="2800" dirty="0">
                <a:hlinkClick r:id="rId2"/>
              </a:rPr>
              <a:t>https://en.cppreference.com/w/cpp/types/floating-point.html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42⊕3.3⊕3.3 = … , 3.3⊕3.3⊕42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2905</TotalTime>
  <Words>1200</Words>
  <Application>Microsoft Macintosh PowerPoint</Application>
  <PresentationFormat>Widescreen</PresentationFormat>
  <Paragraphs>139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ＭＳ Ｐゴシック</vt:lpstr>
      <vt:lpstr>Arial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47</cp:revision>
  <dcterms:created xsi:type="dcterms:W3CDTF">2026-04-12T14:58:51Z</dcterms:created>
  <dcterms:modified xsi:type="dcterms:W3CDTF">2026-04-14T16:31:55Z</dcterms:modified>
</cp:coreProperties>
</file>