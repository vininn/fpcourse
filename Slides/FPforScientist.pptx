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70" r:id="rId28"/>
    <p:sldId id="471" r:id="rId29"/>
    <p:sldId id="474" r:id="rId30"/>
    <p:sldId id="473" r:id="rId31"/>
    <p:sldId id="472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58"/>
    <p:restoredTop sz="96327"/>
  </p:normalViewPr>
  <p:slideViewPr>
    <p:cSldViewPr snapToGrid="0" snapToObjects="1">
      <p:cViewPr varScale="1">
        <p:scale>
          <a:sx n="104" d="100"/>
          <a:sy n="104" d="100"/>
        </p:scale>
        <p:origin x="23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4"/>
            <a:ext cx="8229600" cy="1139825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1774825" y="908051"/>
            <a:ext cx="8713788" cy="5184775"/>
          </a:xfrm>
        </p:spPr>
        <p:txBody>
          <a:bodyPr/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endParaRPr lang="en-US" altLang="x-none" sz="2000" dirty="0"/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they are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to be implemented</a:t>
            </a:r>
          </a:p>
          <a:p>
            <a:pPr lvl="1"/>
            <a:r>
              <a:rPr lang="en-US" dirty="0"/>
              <a:t>exp, log, power, 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 and compiler provider has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9062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r>
              <a:rPr lang="en-US" dirty="0"/>
              <a:t>Range Reduction</a:t>
            </a:r>
          </a:p>
          <a:p>
            <a:r>
              <a:rPr lang="en-US" dirty="0"/>
              <a:t>Approximation</a:t>
            </a:r>
          </a:p>
          <a:p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26578" cy="4351338"/>
          </a:xfrm>
        </p:spPr>
        <p:txBody>
          <a:bodyPr/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1.mᐧ</a:t>
            </a:r>
            <a:r>
              <a:rPr lang="cs-CZ" altLang="x-none" dirty="0"/>
              <a:t>2</a:t>
            </a:r>
            <a:r>
              <a:rPr lang="en-US" baseline="30000" dirty="0"/>
              <a:t>e</a:t>
            </a:r>
          </a:p>
          <a:p>
            <a:pPr lvl="1"/>
            <a:r>
              <a:rPr lang="en-US" dirty="0"/>
              <a:t>For exp: compute 2exp(x) in [-log(2)/2;log(2)/2)</a:t>
            </a:r>
            <a:endParaRPr lang="en-US" baseline="30000" dirty="0"/>
          </a:p>
          <a:p>
            <a:pPr lvl="1"/>
            <a:r>
              <a:rPr lang="en-US" dirty="0"/>
              <a:t>For log: compute log(1+x) in [1,2) (actually </a:t>
            </a:r>
            <a:r>
              <a:rPr lang="en-US"/>
              <a:t>an optimized [y,2y))</a:t>
            </a:r>
            <a:endParaRPr lang="en-US" dirty="0"/>
          </a:p>
          <a:p>
            <a:r>
              <a:rPr lang="en-US" dirty="0" err="1"/>
              <a:t>sin,cos,tan</a:t>
            </a:r>
            <a:endParaRPr lang="en-US" dirty="0"/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asin,acos,atan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11456</TotalTime>
  <Words>3418</Words>
  <Application>Microsoft Macintosh PowerPoint</Application>
  <PresentationFormat>Widescreen</PresentationFormat>
  <Paragraphs>344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1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Elementary functions</vt:lpstr>
      <vt:lpstr>Evaluating a function</vt:lpstr>
      <vt:lpstr>Range reduction</vt:lpstr>
      <vt:lpstr>Approximation</vt:lpstr>
      <vt:lpstr>Table Maker’s Dilemma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119</cp:revision>
  <dcterms:created xsi:type="dcterms:W3CDTF">2026-04-12T14:58:51Z</dcterms:created>
  <dcterms:modified xsi:type="dcterms:W3CDTF">2026-04-20T15:02:55Z</dcterms:modified>
</cp:coreProperties>
</file>