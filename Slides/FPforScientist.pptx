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60" r:id="rId4"/>
    <p:sldId id="259" r:id="rId5"/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58"/>
    <p:restoredTop sz="96327"/>
  </p:normalViewPr>
  <p:slideViewPr>
    <p:cSldViewPr snapToGrid="0" snapToObjects="1">
      <p:cViewPr varScale="1">
        <p:scale>
          <a:sx n="104" d="100"/>
          <a:sy n="104" d="100"/>
        </p:scale>
        <p:origin x="23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</a:t>
            </a:r>
            <a:r>
              <a:rPr lang="en-US" sz="3200" dirty="0" err="1">
                <a:latin typeface="Corbel" panose="020B0503020204020204" pitchFamily="34" charset="0"/>
              </a:rPr>
              <a:t>Innocente</a:t>
            </a: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 dirty="0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 dirty="0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 dirty="0"/>
              <a:t>FP are well suited to perform arithmetic on a computer</a:t>
            </a:r>
          </a:p>
          <a:p>
            <a:pPr lvl="1"/>
            <a:r>
              <a:rPr lang="en-US" dirty="0"/>
              <a:t>Since 1985 FP representations and operations are standardized in IEEE754  (</a:t>
            </a:r>
            <a:r>
              <a:rPr lang="en-US" dirty="0">
                <a:hlinkClick r:id="rId2"/>
              </a:rPr>
              <a:t>https://en.wikipedia.org/wiki/IEEE_754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 dirty="0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 is 0.1</a:t>
            </a:r>
          </a:p>
          <a:p>
            <a:pPr marL="0" indent="0">
              <a:buNone/>
            </a:pPr>
            <a:r>
              <a:rPr lang="en-US" dirty="0"/>
              <a:t>this result need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3"/>
            <a:chOff x="899592" y="764704"/>
            <a:chExt cx="7632848" cy="3249652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3.14159298</a:t>
              </a:r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3.14159250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66095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3.1415926218</a:t>
              </a:r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78933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3.14159286022</a:t>
              </a:r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80" y="3645024"/>
              <a:ext cx="176949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1415</TotalTime>
  <Words>331</Words>
  <Application>Microsoft Macintosh PowerPoint</Application>
  <PresentationFormat>Widescreen</PresentationFormat>
  <Paragraphs>45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ＭＳ Ｐゴシック</vt:lpstr>
      <vt:lpstr>Arial</vt:lpstr>
      <vt:lpstr>Calibri</vt:lpstr>
      <vt:lpstr>Calibri Light</vt:lpstr>
      <vt:lpstr>Corbel</vt:lpstr>
      <vt:lpstr>Office Theme</vt:lpstr>
      <vt:lpstr>FloatingPoint Arithmetic for Scientist: Precision, Accuracy, Efficiency </vt:lpstr>
      <vt:lpstr>What’s a Floating Point? https://en.wikipedia.org/wiki/Floating-point_arithmetic</vt:lpstr>
      <vt:lpstr>FP on a Computer</vt:lpstr>
      <vt:lpstr>Some Trivial properties of FP</vt:lpstr>
      <vt:lpstr>Precision and Rounding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18</cp:revision>
  <dcterms:created xsi:type="dcterms:W3CDTF">2026-04-12T14:58:51Z</dcterms:created>
  <dcterms:modified xsi:type="dcterms:W3CDTF">2026-04-13T15:42:05Z</dcterms:modified>
</cp:coreProperties>
</file>