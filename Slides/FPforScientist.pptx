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7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lvl="1"/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IEEE754 defines a set of “additional operations” (aka elementary functions) to be implemented</a:t>
            </a:r>
          </a:p>
          <a:p>
            <a:pPr lvl="1"/>
            <a:r>
              <a:rPr lang="en-US" dirty="0"/>
              <a:t>exp, log, power, 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 and compiler provider has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</a:t>
            </a:r>
            <a:r>
              <a:rPr lang="en-US"/>
              <a:t>accurate implementation </a:t>
            </a:r>
            <a:r>
              <a:rPr lang="en-US" dirty="0"/>
              <a:t>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11216</TotalTime>
  <Words>3092</Words>
  <Application>Microsoft Macintosh PowerPoint</Application>
  <PresentationFormat>Widescreen</PresentationFormat>
  <Paragraphs>308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Elementary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102</cp:revision>
  <dcterms:created xsi:type="dcterms:W3CDTF">2026-04-12T14:58:51Z</dcterms:created>
  <dcterms:modified xsi:type="dcterms:W3CDTF">2026-04-20T11:03:18Z</dcterms:modified>
</cp:coreProperties>
</file>